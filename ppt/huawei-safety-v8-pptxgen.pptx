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客运量占比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地铁</c:v>
                </c:pt>
                <c:pt idx="1">
                  <c:v>其他公共交通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1E3C72"/>
                </a:solidFill>
              </a:defRPr>
            </a:pPr>
            <a:r>
              <a:t>面向华为的安全交流</a:t>
            </a:r>
          </a:p>
          <a:p>
            <a:pPr algn="ctr">
              <a:defRPr sz="2000" b="0">
                <a:solidFill>
                  <a:srgbClr val="4682B4"/>
                </a:solidFill>
              </a:defRPr>
            </a:pPr>
            <a:r>
              <a:t>把运营安全，交给能陪跑 15 年的伙伴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</a:defRPr>
            </a:pPr>
            <a:r>
              <a:t>上海地铁维保通号分公司 · 袁志骞（分管通信专业）  | 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今天聊什么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FFC107"/>
                </a:solidFill>
              </a:defRPr>
            </a:pPr>
            <a:r>
              <a:t>01  运营安全为什么重——千万级客流的城市基础设施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02  我们对安全的重视——理念贯穿规划到退役全过程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03  四环节怎么守——规划设计 / 建设执行 / 运维保障 / 全生命周期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04  15 年长期共建——华为在每一环的关键作用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上海地铁占全市公共交通客运量约 78%（日均客运 1016 万人次）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真实发生过的：车地无线被干扰</a:t>
            </a:r>
          </a:p>
        </p:txBody>
      </p:sp>
      <p:pic>
        <p:nvPicPr>
          <p:cNvPr id="7" name="Picture 6" descr="case_t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以 11 号线某次为例：3 个车站、29 个区段受扰，45 列车模式丢失；运能由 6 分钟调整为 13 分钟；影响近 7 小时；影响市民出行 12.7 万人次。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一次干扰，牵动整座城市的运行——故障对城市运营的影响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影响维度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真实事件中的具体表现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交通运行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列车迫停 / 降级限速 20km/h；模式丢失，运能由 6→13 分钟被压缩；晚点 13~22 列次、清客 1~15 列次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通勤出行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单次影响市民出行 12.7 万人次；5 分钟晚点累计数十列次；单线持续 1.5~7 小时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应急响应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徐家汇、漕河泾启动三级客流应对；大面积客流积压、车站临时管控；地面公交接驳压力骤增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次生影响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造成较大社会影响；舆情与公共秩序压力上升；对城市运行信心的冲击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我们对安全的重视：安全是底线，也是脑子里那根弦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① 每年安全评估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对通信、信号系统运行状态、风险隐患、薄弱环节做全面体检，形成评估报告，逐项整改闭环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② 每年 6 月安全月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从管理层到一线，强化安全意识、排查隐患、演练应急场景——安全不是墙上的标语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③ 运营安全是大概念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涵盖行车、设备、人员、网络、公共安全；通号主责守好通信、信号系统运行安全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④ 安全贯穿全过程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从规划、建设、运维到退役，且关注 15 年自主可控——不是建成那天安全就行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系统安全的四环节：一条不能断的链</a:t>
            </a:r>
          </a:p>
          <a:p>
            <a:pPr algn="ctr">
              <a:defRPr sz="1700" b="0">
                <a:solidFill>
                  <a:srgbClr val="ECF0F1"/>
                </a:solidFill>
              </a:defRPr>
            </a:pPr>
            <a:r>
              <a:t>规划设计 → 建设执行 → 运维保障 → 全生命周期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规划设计：把安全写进第一张图纸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地铁场景长出的系统，不是通用货架能直接给的：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· 高速移动下的连续切换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· 隧道环境的 EMC 与抗干扰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· 24×365 不间断冗余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· 与信号系统的深度耦合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路网级规划已落地：建路网级核心、做异地灾备，满足系统韧性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方案须经 RAMS 校核（可靠性 / 可用性 / 可维修性 / 安全性）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华为关键作用：共定方案，把 RAMS、冗余、接口边界落到设计文件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而非事后整改——把安全写进图纸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建设执行：别让图纸停在 PPT 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纸面设计能不能真落地，靠最后一关；设计走四道关，一道卡了前面都打折：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四道关：工艺化转化 → 施工监理 → 质量把控 → 联调联试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联调从产品级升运营级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关键节点联合验收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LTE 灾备“设计有、落地不全”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规划设计做了灾备，接管研究发现并不完整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正与华为运维团队一起补全，把蓝图不走样落下去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运维保障：把“经验”变成“能力”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感 · 预警 · 定位 · 操作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充分掌握系统状态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风险早识别、早提示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故障精准定位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快速恢复业务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无线环境智能监测系统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同类事件处置从小时级压至最快 0.5 小时，效率提升一个数量级</a:t>
            </a:r>
          </a:p>
          <a:p>
            <a:pPr>
              <a:spcAft>
                <a:spcPts val="400"/>
              </a:spcAft>
              <a:defRPr sz="2000" b="1">
                <a:solidFill>
                  <a:srgbClr val="1E3C72"/>
                </a:solidFill>
              </a:defRPr>
            </a:pPr>
            <a:r>
              <a:t>华为关键作用：把经验产品化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联合开发监测工具、培训演练精准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把一次性经验沉淀为可复制能力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F8C8D"/>
                </a:solidFill>
              </a:defRPr>
            </a:pPr>
            <a:r>
              <a:t>  协作运维模式可进一步深化，找最佳平衡点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全生命周期：15 年的承诺，谁来兜底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44001" y="3291839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2481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投运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481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路网级规划 + 异地灾备，满足系统韧性</a:t>
            </a:r>
          </a:p>
        </p:txBody>
      </p:sp>
      <p:sp>
        <p:nvSpPr>
          <p:cNvPr id="11" name="Oval 10"/>
          <p:cNvSpPr/>
          <p:nvPr/>
        </p:nvSpPr>
        <p:spPr>
          <a:xfrm>
            <a:off x="4434725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20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第 10 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20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通用政策空白期（前车之鉴：14/15/18 线二次开发各自为政）</a:t>
            </a:r>
          </a:p>
        </p:txBody>
      </p:sp>
      <p:sp>
        <p:nvSpPr>
          <p:cNvPr id="14" name="Oval 13"/>
          <p:cNvSpPr/>
          <p:nvPr/>
        </p:nvSpPr>
        <p:spPr>
          <a:xfrm>
            <a:off x="7025449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392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第 15 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392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希望华为供货选型考虑生命周期，停产后给替代方案</a:t>
            </a:r>
          </a:p>
        </p:txBody>
      </p:sp>
      <p:sp>
        <p:nvSpPr>
          <p:cNvPr id="17" name="Oval 16"/>
          <p:cNvSpPr/>
          <p:nvPr/>
        </p:nvSpPr>
        <p:spPr>
          <a:xfrm>
            <a:off x="9616173" y="3291839"/>
            <a:ext cx="365760" cy="36576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4653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E3C72"/>
                </a:solidFill>
              </a:defRPr>
            </a:pPr>
            <a:r>
              <a:t>全程可控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4653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备件可替代、版本可维护、技术不断档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上海地铁通号 × 华为 安全交流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把下一个十年，交给能陪跑 15 年的伙伴</a:t>
            </a:r>
          </a:p>
        </p:txBody>
      </p:sp>
      <p:pic>
        <p:nvPicPr>
          <p:cNvPr id="7" name="Picture 6" descr="cover_me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</a:defRPr>
            </a:pPr>
            <a:r>
              <a:t>今天安全，明年安全，15 年后的每一天都安全——这既是上海地铁对市民的承诺，也是希望和华为一起守住的底线。  上海地铁维保通号分公司 · 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